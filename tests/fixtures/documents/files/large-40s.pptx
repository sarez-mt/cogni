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lides" TargetMode="External"/><Relationship Id="rId2" Type="http://schemas.openxmlformats.org/officeDocument/2006/relationships/hyperlink" Target="javascript:alert(1)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 title</a:t>
            </a:r>
            <a:endParaRPr lang="en-US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4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5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6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7 title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8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9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10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11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12 title</a:t>
            </a: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13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14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15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16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17 title</a:t>
            </a:r>
            <a:endParaRPr lang="en-US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18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19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20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21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22 title</a:t>
            </a:r>
            <a:endParaRPr lang="en-US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23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24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25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26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27 title</a:t>
            </a:r>
            <a:endParaRPr lang="en-US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28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29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30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31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32 title</a:t>
            </a:r>
            <a:endParaRPr lang="en-US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33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34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35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36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1 bullet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2 bullet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Level 3 bullet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one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dirty="0">
                <a:solidFill>
                  <a:srgbClr val="000000"/>
                </a:solidFill>
              </a:rPr>
              <a:t>Numbered two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37 title</a:t>
            </a:r>
            <a:endParaRPr lang="en-US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Rowspan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C3b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38 title</a:t>
            </a:r>
            <a:endParaRPr lang="en-US" dirty="0"/>
          </a:p>
        </p:txBody>
      </p:sp>
      <p:pic>
        <p:nvPicPr>
          <p:cNvPr id="3" name="Image 0" descr="Blue str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39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 part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, italic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, underline</a:t>
            </a:r>
            <a:pPr indent="0" marL="0">
              <a:buNone/>
            </a:pPr>
            <a:r>
              <a:rPr lang="en-US" dirty="0">
                <a:solidFill>
                  <a:srgbClr val="FF0000"/>
                </a:solidFill>
              </a:rPr>
              <a:t>, red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link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evil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40 title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one.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Body paragraph two on a new line.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Cogni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 document import fixture</dc:title>
  <dc:subject>PptxGenJS Presentation</dc:subject>
  <dc:creator>Cogni fixtures</dc:creator>
  <cp:lastModifiedBy>Cogni fixtures</cp:lastModifiedBy>
  <cp:revision>1</cp:revision>
  <dcterms:created xsi:type="dcterms:W3CDTF">2026-01-01T00:00:00Z</dcterms:created>
  <dcterms:modified xsi:type="dcterms:W3CDTF">2026-01-01T00:00:00Z</dcterms:modified>
</cp:coreProperties>
</file>