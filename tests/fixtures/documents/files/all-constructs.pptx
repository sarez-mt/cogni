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hyperlink" Target="javascript:alert(1)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1 bullet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2 bullet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3 bullet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one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two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 title</a:t>
            </a:r>
            <a:endParaRPr lang="en-US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 title</a:t>
            </a:r>
            <a:endParaRPr lang="en-US" dirty="0"/>
          </a:p>
        </p:txBody>
      </p:sp>
      <p:pic>
        <p:nvPicPr>
          <p:cNvPr id="3" name="Image 0" descr="Blue str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4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 part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, italic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, underline</a:t>
            </a:r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, red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link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evil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5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one.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two on a new line.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Cogni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 document import fixture</dc:title>
  <dc:subject>PptxGenJS Presentation</dc:subject>
  <dc:creator>Cogni fixtures</dc:creator>
  <cp:lastModifiedBy>Cogni fixtures</cp:lastModifiedBy>
  <cp:revision>1</cp:revision>
  <dcterms:created xsi:type="dcterms:W3CDTF">2026-01-01T00:00:00Z</dcterms:created>
  <dcterms:modified xsi:type="dcterms:W3CDTF">2026-01-01T00:00:00Z</dcterms:modified>
</cp:coreProperties>
</file>